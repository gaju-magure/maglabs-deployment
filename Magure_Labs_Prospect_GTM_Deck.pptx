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9_0.xml" ContentType="application/vnd.ms-powerpoint.comments+xml"/>
  <Override PartName="/ppt/comments/modernComment_10A_0.xml" ContentType="application/vnd.ms-powerpoint.comments+xml"/>
  <Override PartName="/ppt/comments/modernComment_10C_FCF003AE.xml" ContentType="application/vnd.ms-powerpoint.comments+xml"/>
  <Override PartName="/ppt/comments/modernComment_104_0.xml" ContentType="application/vnd.ms-powerpoint.comments+xml"/>
  <Override PartName="/ppt/comments/modernComment_10E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57" r:id="rId7"/>
    <p:sldId id="259" r:id="rId8"/>
    <p:sldId id="260" r:id="rId9"/>
    <p:sldId id="269" r:id="rId10"/>
    <p:sldId id="262" r:id="rId11"/>
    <p:sldId id="270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2DC7A-1CC9-2BA9-E225-C60D36348BD0}" name="Akhil" initials="Ak" userId="S::akhil@magureinc.com::c1e06e0f-3399-4747-a034-0d5f63baad34" providerId="AD"/>
  <p188:author id="{B5727082-2ED5-780B-544D-714FB4BA1E21}" name="Hanisha  Paryani" initials="" userId="S::hanisha@magureinc.com::10797336-2bb8-46ad-bbee-59772c7ff7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96A945-0383-49FA-A0AD-539302D6B089}" authorId="{B7B2DC7A-1CC9-2BA9-E225-C60D36348BD0}" created="2025-04-17T07:49:36.9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3" creationId="{00000000-0000-0000-0000-000000000000}"/>
      <ac:txMk cp="142">
        <ac:context len="351" hash="1449253745"/>
      </ac:txMk>
    </ac:txMkLst>
    <p188:pos x="7293428" y="338666"/>
    <p188:txBody>
      <a:bodyPr/>
      <a:lstStyle/>
      <a:p>
        <a:r>
          <a:rPr lang="en-US"/>
          <a:t>something different maybe - rather than saying multi billion dollar something with uneven adoption 
As we present this to clinets </a:t>
        </a:r>
      </a:p>
    </p188:txBody>
  </p188:cm>
  <p188:cm id="{738F9A5C-3DE3-46F7-92DE-386438F532A1}" authorId="{B7B2DC7A-1CC9-2BA9-E225-C60D36348BD0}" created="2025-04-17T07:50:10.8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3" creationId="{00000000-0000-0000-0000-000000000000}"/>
      <ac:txMk cp="155" len="45">
        <ac:context len="351" hash="1449253745"/>
      </ac:txMk>
    </ac:txMkLst>
    <p188:pos x="7414380" y="774095"/>
    <p188:replyLst>
      <p188:reply id="{5D324507-49E3-E24C-9065-543F9EF1D540}" authorId="{B5727082-2ED5-780B-544D-714FB4BA1E21}" created="2025-04-17T09:28:27.270">
        <p188:txBody>
          <a:bodyPr/>
          <a:lstStyle/>
          <a:p>
            <a:r>
              <a:rPr lang="en-US"/>
              <a:t>Makes sense, update to- Despite AI’s explosive market growth, adoption across industries is still fragmented—highlighting both opportunity and urgency for businesses</a:t>
            </a:r>
          </a:p>
        </p188:txBody>
      </p188:reply>
    </p188:replyLst>
    <p188:txBody>
      <a:bodyPr/>
      <a:lstStyle/>
      <a:p>
        <a:r>
          <a:rPr lang="en-US"/>
          <a:t>maybe we say All sectors/industrues </a:t>
        </a:r>
      </a:p>
    </p188:txBody>
  </p188:cm>
</p188:cmLst>
</file>

<file path=ppt/comments/modernComment_10C_FCF003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B7C6EF-17BF-46CE-9394-4326196BB6B1}" authorId="{B7B2DC7A-1CC9-2BA9-E225-C60D36348BD0}" status="resolved" created="2025-04-17T07:55:10.22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43588014" sldId="268"/>
      <ac:spMk id="3" creationId="{F763DE9C-7FEE-F3A7-D760-80976F2BFA13}"/>
      <ac:txMk cp="223" len="35">
        <ac:context len="1171" hash="2340869586"/>
      </ac:txMk>
    </ac:txMkLst>
    <p188:pos x="7740952" y="870857"/>
    <p188:txBody>
      <a:bodyPr/>
      <a:lstStyle/>
      <a:p>
        <a:r>
          <a:rPr lang="en-US"/>
          <a:t>added this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4-17T09:04:17.292" authorId="{B5727082-2ED5-780B-544D-714FB4BA1E21}"/>
          </p223:rxn>
        </p223:reactions>
      </p:ext>
    </p188:extLst>
  </p188:cm>
  <p188:cm id="{70947FD2-7919-4CD6-A9CD-1D47D219B071}" authorId="{B7B2DC7A-1CC9-2BA9-E225-C60D36348BD0}" created="2025-04-17T07:56:17.5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43588014" sldId="268"/>
      <ac:spMk id="3" creationId="{F763DE9C-7FEE-F3A7-D760-80976F2BFA13}"/>
      <ac:txMk cp="613" len="172">
        <ac:context len="1171" hash="2340869586"/>
      </ac:txMk>
    </ac:txMkLst>
    <p188:pos x="5926666" y="4112380"/>
    <p188:txBody>
      <a:bodyPr/>
      <a:lstStyle/>
      <a:p>
        <a:r>
          <a:rPr lang="en-US"/>
          <a:t>let's keep this but in RED for now, not sure if we can have this fromt he get go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4-17T09:04:48.921" authorId="{B5727082-2ED5-780B-544D-714FB4BA1E21}"/>
          </p223:rxn>
        </p223:reactions>
      </p:ext>
    </p188:extLst>
  </p188:cm>
  <p188:cm id="{4A90F250-41E2-4EFE-889E-B9C7B720FAEC}" authorId="{B7B2DC7A-1CC9-2BA9-E225-C60D36348BD0}" created="2025-04-17T07:57:43.6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43588014" sldId="268"/>
      <ac:spMk id="3" creationId="{F763DE9C-7FEE-F3A7-D760-80976F2BFA13}"/>
      <ac:txMk cp="786" len="199">
        <ac:context len="1171" hash="2340869586"/>
      </ac:txMk>
    </ac:txMkLst>
    <p188:pos x="6229047" y="5116285"/>
    <p188:replyLst>
      <p188:reply id="{344E6F54-09A6-344A-A417-52EDDC145ED2}" authorId="{B5727082-2ED5-780B-544D-714FB4BA1E21}" created="2025-04-17T09:05:51.872">
        <p188:txBody>
          <a:bodyPr/>
          <a:lstStyle/>
          <a:p>
            <a:r>
              <a:rPr lang="en-US"/>
              <a:t>Yeah, I added a few based on model.. will keep this comment open till we finalise</a:t>
            </a:r>
          </a:p>
        </p188:txBody>
      </p188:reply>
    </p188:replyLst>
    <p188:txBody>
      <a:bodyPr/>
      <a:lstStyle/>
      <a:p>
        <a:r>
          <a:rPr lang="en-US"/>
          <a:t>i think this is possible [@Christopher] [@Pranav] comment on this 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4BA407-25B7-4A35-BBD2-E2DCB3A7C1FE}" authorId="{B7B2DC7A-1CC9-2BA9-E225-C60D36348BD0}" created="2025-04-17T08:05:32.511">
    <pc:sldMkLst xmlns:pc="http://schemas.microsoft.com/office/powerpoint/2013/main/command">
      <pc:docMk/>
      <pc:sldMk cId="0" sldId="270"/>
    </pc:sldMkLst>
    <p188:replyLst>
      <p188:reply id="{2BC5178E-8FAE-3544-8749-882FFC06063D}" authorId="{B5727082-2ED5-780B-544D-714FB4BA1E21}" created="2025-04-17T09:08:55.735">
        <p188:txBody>
          <a:bodyPr/>
          <a:lstStyle/>
          <a:p>
            <a:r>
              <a:rPr lang="en-US"/>
              <a:t>Had the same thought!</a:t>
            </a:r>
          </a:p>
        </p188:txBody>
      </p188:reply>
    </p188:replyLst>
    <p188:txBody>
      <a:bodyPr/>
      <a:lstStyle/>
      <a:p>
        <a:r>
          <a:rPr lang="en-US"/>
          <a:t>Slides 11 &amp; 12 are ok - but wont go out to customers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4-17T09:08:34.339" authorId="{B5727082-2ED5-780B-544D-714FB4BA1E21}"/>
          </p223:rxn>
        </p223:reactions>
      </p:ext>
    </p188:extLst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2AC318-8778-446A-8137-132836EB83FA}" authorId="{B7B2DC7A-1CC9-2BA9-E225-C60D36348BD0}" created="2025-04-17T08:01:19.6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2" creationId="{00000000-0000-0000-0000-000000000000}"/>
    </ac:deMkLst>
    <p188:replyLst>
      <p188:reply id="{41D33FA2-C28D-654A-B3E1-03D3369DC41F}" authorId="{B5727082-2ED5-780B-544D-714FB4BA1E21}" created="2025-04-17T09:08:22.385">
        <p188:txBody>
          <a:bodyPr/>
          <a:lstStyle/>
          <a:p>
            <a:r>
              <a:rPr lang="en-US"/>
              <a:t>Updated</a:t>
            </a:r>
          </a:p>
        </p188:txBody>
      </p188:reply>
    </p188:replyLst>
    <p188:txBody>
      <a:bodyPr/>
      <a:lstStyle/>
      <a:p>
        <a:r>
          <a:rPr lang="en-US"/>
          <a:t>maybe have a different heading 
Maybe somthing like 
Who can use Magure Labs? or something simliar 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05A03C9-79B7-4507-9E0A-A899C0ABAC2D}" authorId="{B7B2DC7A-1CC9-2BA9-E225-C60D36348BD0}" created="2025-04-17T07:52:35.8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spMk id="3" creationId="{00000000-0000-0000-0000-000000000000}"/>
      <ac:txMk cp="135">
        <ac:context len="278" hash="4276780967"/>
      </ac:txMk>
    </ac:txMkLst>
    <p188:pos x="2237619" y="1886857"/>
    <p188:txBody>
      <a:bodyPr/>
      <a:lstStyle/>
      <a:p>
        <a:r>
          <a:rPr lang="en-US"/>
          <a:t>rather than saying this 
it could be -  tranlsating internal expertise into innovation can be slow
I dont want to say clinet lacks expertise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4-17T09:35:21.821" authorId="{B5727082-2ED5-780B-544D-714FB4BA1E21}"/>
          </p223:rxn>
        </p223:reactions>
      </p:ext>
    </p188:extLst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0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FCF003AE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Introducing Magure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err="1"/>
              <a:t>Magure</a:t>
            </a:r>
            <a:r>
              <a:rPr sz="2400"/>
              <a:t> Labs bridges the gap between idea generation and AI implementation.</a:t>
            </a:r>
            <a:endParaRPr lang="en-US" sz="2400"/>
          </a:p>
          <a:p>
            <a:pPr marL="0" indent="0">
              <a:buNone/>
            </a:pPr>
            <a:br>
              <a:rPr lang="en-US" sz="2400"/>
            </a:br>
            <a:r>
              <a:rPr sz="2400"/>
              <a:t>We empower enterprises and governments to:</a:t>
            </a:r>
          </a:p>
          <a:p>
            <a:r>
              <a:rPr lang="en-IN" sz="2400"/>
              <a:t>Understand AI potential- </a:t>
            </a:r>
            <a:r>
              <a:rPr lang="en-IN" sz="24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AI can be applied in their industry </a:t>
            </a:r>
            <a:endParaRPr lang="en-IN" sz="2400"/>
          </a:p>
          <a:p>
            <a:r>
              <a:rPr sz="2400"/>
              <a:t>Identify real-world opportunities</a:t>
            </a:r>
            <a:r>
              <a:rPr lang="en-US" sz="2400"/>
              <a:t>, with AI use cases</a:t>
            </a:r>
            <a:endParaRPr sz="2400"/>
          </a:p>
          <a:p>
            <a:r>
              <a:rPr sz="2400"/>
              <a:t>Implement AI with expert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Many organizations want to adopt AI but don’t know where to start</a:t>
            </a:r>
          </a:p>
          <a:p>
            <a:r>
              <a:rPr lang="en-IN" sz="2400"/>
              <a:t>Channelling expertise into innovation can be a slow, complex process</a:t>
            </a:r>
          </a:p>
          <a:p>
            <a:r>
              <a:rPr sz="2400"/>
              <a:t>Even when ideas exist, turning them into practical solutions is difficult</a:t>
            </a:r>
          </a:p>
          <a:p>
            <a:r>
              <a:rPr sz="2400"/>
              <a:t>Innovation tends to be siloed, excluding many potential contributors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/>
              <a:t>Despite AI’s explosive market growth, adoption across industries is still fragmented—highlighting both opportunity and urgency for businesses</a:t>
            </a:r>
          </a:p>
          <a:p>
            <a:r>
              <a:rPr sz="2400"/>
              <a:t>Key sectors (healthcare, oil &amp; gas, logistics, government) are ripe for disruption</a:t>
            </a:r>
          </a:p>
          <a:p>
            <a:r>
              <a:rPr sz="2400" err="1"/>
              <a:t>Magure</a:t>
            </a:r>
            <a:r>
              <a:rPr sz="2400"/>
              <a:t> Labs can fill the gap from ideation to execution</a:t>
            </a:r>
          </a:p>
          <a:p>
            <a:r>
              <a:rPr sz="2400"/>
              <a:t>We help clients realize AI's real-world potential</a:t>
            </a:r>
            <a:r>
              <a:rPr lang="en-US" sz="2400"/>
              <a:t> into their business</a:t>
            </a:r>
            <a:endParaRPr sz="24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54D4-6B0A-3BF0-3E86-00737520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E83E-A93E-B425-C18F-0FEC040B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</a:t>
            </a:r>
            <a:r>
              <a:rPr lang="en-IN" err="1"/>
              <a:t>Magure</a:t>
            </a:r>
            <a:r>
              <a:rPr lang="en-IN"/>
              <a:t> Labs Vision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29667-7A31-60B1-4A1B-08D2B452D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523027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/>
              <a:t>Enable organizations to unlock the true potential of AI</a:t>
            </a:r>
            <a:r>
              <a:rPr lang="en-IN" sz="2000"/>
              <a:t> through intuitive, intelligent, and collaborative platforms.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/>
              <a:t>Democratize innovation &amp; ideation</a:t>
            </a:r>
            <a:r>
              <a:rPr lang="en-IN" sz="2000"/>
              <a:t> by making AI ideation accessible to all employees, not just technical experts.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/>
              <a:t>Bridge the gap between ideas and execution</a:t>
            </a:r>
            <a:r>
              <a:rPr lang="en-IN" sz="2000"/>
              <a:t> by creating a seamless path from inspiration to real-world AI solutions.</a:t>
            </a:r>
          </a:p>
          <a:p>
            <a:pPr marL="0" indent="0">
              <a:buNone/>
            </a:pPr>
            <a:br>
              <a:rPr lang="en-IN"/>
            </a:br>
            <a:endParaRPr lang="en-IN"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489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F929C-8D83-C4C3-6BC3-12B7E5568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1D6F-3740-3B70-2368-DD2106EF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/>
              <a:t>Potential Key Platform Features</a:t>
            </a:r>
            <a:endParaRPr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DE9C-7FEE-F3A7-D760-80976F2BF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0313"/>
            <a:ext cx="8523027" cy="574758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+mj-lt"/>
              <a:buAutoNum type="arabicPeriod"/>
            </a:pPr>
            <a:r>
              <a:rPr lang="en-IN" sz="1400" b="1"/>
              <a:t>Context-Aware GenAI Ideation</a:t>
            </a:r>
            <a:endParaRPr lang="en-IN" sz="1400"/>
          </a:p>
          <a:p>
            <a:r>
              <a:rPr lang="en-IN" sz="1400"/>
              <a:t>AI-powered idea generation tailored with </a:t>
            </a:r>
            <a:r>
              <a:rPr lang="en-IN" sz="1400" b="1"/>
              <a:t>industry-specific knowledge</a:t>
            </a:r>
            <a:r>
              <a:rPr lang="en-IN" sz="1400"/>
              <a:t> (e.g., healthcare, oil &amp; gas, finance, Government, BFSI).</a:t>
            </a:r>
            <a:endParaRPr lang="en-IN" sz="1400">
              <a:ea typeface="Calibri"/>
              <a:cs typeface="Calibri"/>
            </a:endParaRPr>
          </a:p>
          <a:p>
            <a:r>
              <a:rPr lang="en-IN" sz="1400"/>
              <a:t>Helps users spark relevant, high-impact ideas based on their domain (finance, HR, operations, IT etc )</a:t>
            </a:r>
            <a:br>
              <a:rPr lang="en-IN" sz="1400"/>
            </a:br>
            <a:endParaRPr lang="en-IN" sz="1400"/>
          </a:p>
          <a:p>
            <a:pPr marL="0" indent="0">
              <a:buNone/>
            </a:pPr>
            <a:r>
              <a:rPr lang="en-IN" sz="1400" b="1"/>
              <a:t>2. Idea Validation Engine</a:t>
            </a:r>
            <a:endParaRPr lang="en-IN" sz="1400"/>
          </a:p>
          <a:p>
            <a:r>
              <a:rPr lang="en-IN" sz="1400"/>
              <a:t>Uses Generative AI to </a:t>
            </a:r>
            <a:r>
              <a:rPr lang="en-IN" sz="1400" b="1"/>
              <a:t>evaluate and refine submitted ideas</a:t>
            </a:r>
            <a:r>
              <a:rPr lang="en-IN" sz="1400"/>
              <a:t>.</a:t>
            </a:r>
            <a:endParaRPr lang="en-IN" sz="1400">
              <a:ea typeface="Calibri"/>
              <a:cs typeface="Calibri"/>
            </a:endParaRPr>
          </a:p>
          <a:p>
            <a:r>
              <a:rPr lang="en-IN" sz="1400"/>
              <a:t>Cross-checks against industry trends, technical feasibility, and AI capabilities.</a:t>
            </a:r>
            <a:br>
              <a:rPr lang="en-IN" sz="1400"/>
            </a:br>
            <a:endParaRPr lang="en-IN" sz="1400"/>
          </a:p>
          <a:p>
            <a:pPr marL="0" indent="0">
              <a:buNone/>
            </a:pPr>
            <a:r>
              <a:rPr lang="en-IN" sz="1400" b="1"/>
              <a:t>3. Real-Time Collaboration Tools</a:t>
            </a:r>
            <a:endParaRPr lang="en-IN" sz="1400"/>
          </a:p>
          <a:p>
            <a:r>
              <a:rPr lang="en-IN" sz="1400"/>
              <a:t>Enables employees across departments to </a:t>
            </a:r>
            <a:r>
              <a:rPr lang="en-IN" sz="1400" b="1"/>
              <a:t>co-create and iterate on ideas</a:t>
            </a:r>
            <a:r>
              <a:rPr lang="en-IN" sz="1400"/>
              <a:t> together.</a:t>
            </a:r>
            <a:endParaRPr lang="en-IN" sz="1400">
              <a:ea typeface="Calibri"/>
              <a:cs typeface="Calibri"/>
            </a:endParaRPr>
          </a:p>
          <a:p>
            <a:r>
              <a:rPr lang="en-IN" sz="1400"/>
              <a:t>Supports a collaborative innovation culture within the organization.</a:t>
            </a:r>
            <a:endParaRPr lang="en-IN" sz="1400"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IN" sz="1400" b="1">
                <a:solidFill>
                  <a:srgbClr val="FF0000"/>
                </a:solidFill>
              </a:rPr>
            </a:br>
            <a:r>
              <a:rPr lang="en-IN" sz="1400" b="1">
                <a:solidFill>
                  <a:srgbClr val="FF0000"/>
                </a:solidFill>
              </a:rPr>
              <a:t>4. Integrated Learning Resources</a:t>
            </a:r>
            <a:endParaRPr lang="en-IN" sz="1400">
              <a:solidFill>
                <a:srgbClr val="FF0000"/>
              </a:solidFill>
            </a:endParaRPr>
          </a:p>
          <a:p>
            <a:r>
              <a:rPr lang="en-IN" sz="1400">
                <a:solidFill>
                  <a:srgbClr val="FF0000"/>
                </a:solidFill>
              </a:rPr>
              <a:t>Offers </a:t>
            </a:r>
            <a:r>
              <a:rPr lang="en-IN" sz="1400" b="1">
                <a:solidFill>
                  <a:srgbClr val="FF0000"/>
                </a:solidFill>
              </a:rPr>
              <a:t>tutorials, use case examples, and educational content</a:t>
            </a:r>
            <a:r>
              <a:rPr lang="en-IN" sz="1400">
                <a:solidFill>
                  <a:srgbClr val="FF0000"/>
                </a:solidFill>
              </a:rPr>
              <a:t>.</a:t>
            </a:r>
            <a:endParaRPr lang="en-IN" sz="140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IN" sz="1400">
                <a:solidFill>
                  <a:srgbClr val="FF0000"/>
                </a:solidFill>
              </a:rPr>
              <a:t>Helps users better understand AI’s potential and applications in their sector.</a:t>
            </a:r>
            <a:br>
              <a:rPr lang="en-IN" sz="1400"/>
            </a:br>
            <a:endParaRPr lang="en-IN" sz="1400"/>
          </a:p>
          <a:p>
            <a:pPr marL="0" indent="0">
              <a:buNone/>
            </a:pPr>
            <a:r>
              <a:rPr lang="en-IN" sz="1400" b="1"/>
              <a:t>5. Feedback &amp; Scoring Mechanism</a:t>
            </a:r>
            <a:endParaRPr lang="en-IN" sz="1400"/>
          </a:p>
          <a:p>
            <a:r>
              <a:rPr lang="en-IN" sz="1400"/>
              <a:t>Includes structured feedback loops combining </a:t>
            </a:r>
            <a:r>
              <a:rPr lang="en-IN" sz="1400" b="1"/>
              <a:t>internal reviews and AI-generated insights</a:t>
            </a:r>
            <a:r>
              <a:rPr lang="en-IN" sz="1400"/>
              <a:t>.</a:t>
            </a:r>
            <a:endParaRPr lang="en-IN" sz="1400">
              <a:ea typeface="Calibri"/>
              <a:cs typeface="Calibri"/>
            </a:endParaRPr>
          </a:p>
          <a:p>
            <a:r>
              <a:rPr lang="en-IN" sz="1400"/>
              <a:t>Empowers users to continuously refine their ideas toward actionable outcomes.</a:t>
            </a:r>
            <a:br>
              <a:rPr lang="en-IN" sz="1400"/>
            </a:br>
            <a:endParaRPr lang="en-IN" sz="1400"/>
          </a:p>
          <a:p>
            <a:pPr marL="0" indent="0">
              <a:buNone/>
            </a:pPr>
            <a:r>
              <a:rPr lang="en-IN" sz="1400" b="1"/>
              <a:t>6. Inclusive Innovation Interface</a:t>
            </a:r>
            <a:endParaRPr lang="en-IN" sz="1400"/>
          </a:p>
          <a:p>
            <a:r>
              <a:rPr lang="en-IN" sz="1400"/>
              <a:t>Designed to be </a:t>
            </a:r>
            <a:r>
              <a:rPr lang="en-IN" sz="1400" b="1"/>
              <a:t>accessible to all employees</a:t>
            </a:r>
            <a:r>
              <a:rPr lang="en-IN" sz="1400"/>
              <a:t>, not just technical staff.</a:t>
            </a:r>
            <a:endParaRPr lang="en-IN" sz="1400">
              <a:ea typeface="Calibri"/>
              <a:cs typeface="Calibri"/>
            </a:endParaRPr>
          </a:p>
          <a:p>
            <a:r>
              <a:rPr lang="en-IN" sz="1400"/>
              <a:t>Encourages wide participation to drive collective intelligence and innovation.</a:t>
            </a:r>
            <a:endParaRPr lang="en-IN" sz="1400">
              <a:ea typeface="Calibri"/>
              <a:cs typeface="Calibri"/>
            </a:endParaRPr>
          </a:p>
          <a:p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2435880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/>
              <a:t>Personalized</a:t>
            </a:r>
            <a:r>
              <a:rPr lang="en-IN" sz="3600" b="1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/>
              <a:t>AI Consulting and Development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0656"/>
            <a:ext cx="8583769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800" b="1" err="1"/>
              <a:t>Magure</a:t>
            </a:r>
            <a:r>
              <a:rPr lang="en-IN" sz="1800" b="1"/>
              <a:t> AI Consultants</a:t>
            </a:r>
            <a:endParaRPr lang="en-IN" sz="1800"/>
          </a:p>
          <a:p>
            <a:pPr>
              <a:buNone/>
            </a:pPr>
            <a:r>
              <a:rPr lang="en-IN" sz="1800"/>
              <a:t>Once ideas are generated, </a:t>
            </a:r>
            <a:r>
              <a:rPr lang="en-IN" sz="1800" err="1"/>
              <a:t>Magure’s</a:t>
            </a:r>
            <a:r>
              <a:rPr lang="en-IN" sz="1800"/>
              <a:t> consultants evaluate their </a:t>
            </a:r>
            <a:r>
              <a:rPr lang="en-IN" sz="1800" b="1"/>
              <a:t>feasibility, market</a:t>
            </a:r>
          </a:p>
          <a:p>
            <a:pPr>
              <a:buNone/>
            </a:pPr>
            <a:r>
              <a:rPr lang="en-IN" sz="1800" b="1"/>
              <a:t>potential, and technical viability</a:t>
            </a:r>
            <a:r>
              <a:rPr lang="en-IN" sz="1800"/>
              <a:t>. They help clients </a:t>
            </a:r>
            <a:r>
              <a:rPr lang="en-IN" sz="1800" b="1"/>
              <a:t>prioritize high-impact ideas</a:t>
            </a:r>
            <a:r>
              <a:rPr lang="en-IN" sz="1800"/>
              <a:t> and</a:t>
            </a:r>
          </a:p>
          <a:p>
            <a:pPr>
              <a:buNone/>
            </a:pPr>
            <a:r>
              <a:rPr lang="en-IN" sz="1800"/>
              <a:t>provide strategic guidance on integrating AI or other technologies into practical solutions.</a:t>
            </a:r>
          </a:p>
          <a:p>
            <a:pPr>
              <a:buNone/>
            </a:pPr>
            <a:br>
              <a:rPr lang="en-IN" sz="1800"/>
            </a:br>
            <a:endParaRPr lang="en-IN" sz="1800"/>
          </a:p>
          <a:p>
            <a:pPr>
              <a:buNone/>
            </a:pPr>
            <a:r>
              <a:rPr lang="en-IN" sz="1800" b="1"/>
              <a:t>AI &amp; Technology Development</a:t>
            </a:r>
            <a:endParaRPr lang="en-IN" sz="1800"/>
          </a:p>
          <a:p>
            <a:pPr marL="0" indent="0">
              <a:buNone/>
            </a:pPr>
            <a:r>
              <a:rPr lang="en-IN" sz="1800" err="1"/>
              <a:t>Magure</a:t>
            </a:r>
            <a:r>
              <a:rPr lang="en-IN" sz="1800"/>
              <a:t> Tech then brings selected ideas to life, building </a:t>
            </a:r>
            <a:r>
              <a:rPr lang="en-IN" sz="1800" b="1"/>
              <a:t>custom AI-native or hybrid software solutions</a:t>
            </a:r>
            <a:r>
              <a:rPr lang="en-IN" sz="1800"/>
              <a:t> tailored to business needs—ensuring precision, scalability, and real-world impact.</a:t>
            </a:r>
          </a:p>
          <a:p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Benefits for Enterprises and Governments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IN" b="1"/>
              <a:t>1. Accessible On-Ramp to AI</a:t>
            </a:r>
            <a:endParaRPr lang="en-IN"/>
          </a:p>
          <a:p>
            <a:pPr marL="0" indent="0">
              <a:buNone/>
            </a:pPr>
            <a:r>
              <a:rPr lang="en-IN"/>
              <a:t>Even without technical teams, organizations can start exploring AI ideas immediately using a simple, guided platform.</a:t>
            </a:r>
            <a:br>
              <a:rPr lang="en-IN"/>
            </a:br>
            <a:endParaRPr lang="en-IN"/>
          </a:p>
          <a:p>
            <a:pPr marL="0" indent="0">
              <a:buNone/>
            </a:pPr>
            <a:r>
              <a:rPr lang="en-IN" b="1"/>
              <a:t>2. Comprehensive, End-to-End Support</a:t>
            </a:r>
            <a:endParaRPr lang="en-IN"/>
          </a:p>
          <a:p>
            <a:pPr marL="0" indent="0">
              <a:buNone/>
            </a:pPr>
            <a:r>
              <a:rPr lang="en-IN"/>
              <a:t>From idea generation to full solution delivery, </a:t>
            </a:r>
            <a:r>
              <a:rPr lang="en-IN" err="1"/>
              <a:t>Magure</a:t>
            </a:r>
            <a:r>
              <a:rPr lang="en-IN"/>
              <a:t> Labs manages the entire innovation journey—so clients don’t need to invest heavily on AI expertise in-house.</a:t>
            </a:r>
            <a:br>
              <a:rPr lang="en-IN"/>
            </a:br>
            <a:endParaRPr lang="en-IN"/>
          </a:p>
          <a:p>
            <a:pPr marL="0" indent="0">
              <a:buNone/>
            </a:pPr>
            <a:r>
              <a:rPr lang="en-IN" b="1"/>
              <a:t>3. Accelerated Time-to-Impact</a:t>
            </a:r>
            <a:endParaRPr lang="en-IN"/>
          </a:p>
          <a:p>
            <a:pPr marL="0" indent="0">
              <a:buNone/>
            </a:pPr>
            <a:r>
              <a:rPr lang="en-IN"/>
              <a:t>With rapid prototyping and expert input, </a:t>
            </a:r>
            <a:r>
              <a:rPr lang="en-IN" err="1"/>
              <a:t>Magure</a:t>
            </a:r>
            <a:r>
              <a:rPr lang="en-IN"/>
              <a:t> Tech reduces innovation timelines from years to weeks or months.</a:t>
            </a:r>
            <a:br>
              <a:rPr lang="en-IN"/>
            </a:br>
            <a:endParaRPr lang="en-IN"/>
          </a:p>
          <a:p>
            <a:pPr marL="0" indent="0">
              <a:buNone/>
            </a:pPr>
            <a:r>
              <a:rPr lang="en-IN" b="1"/>
              <a:t>4. Domain-Relevant Innovation</a:t>
            </a:r>
            <a:endParaRPr lang="en-IN"/>
          </a:p>
          <a:p>
            <a:pPr marL="0" indent="0">
              <a:buNone/>
            </a:pPr>
            <a:r>
              <a:rPr lang="en-IN"/>
              <a:t>Ideas are evaluated and refined using </a:t>
            </a:r>
            <a:r>
              <a:rPr lang="en-IN" b="1"/>
              <a:t>industry-specific knowledge bases</a:t>
            </a:r>
            <a:r>
              <a:rPr lang="en-IN"/>
              <a:t>, increasing the likelihood of real-world success.</a:t>
            </a:r>
            <a:br>
              <a:rPr lang="en-IN"/>
            </a:br>
            <a:endParaRPr lang="en-IN"/>
          </a:p>
          <a:p>
            <a:pPr marL="0" indent="0">
              <a:buNone/>
            </a:pPr>
            <a:r>
              <a:rPr lang="en-IN" b="1"/>
              <a:t>5. Scalable Participation Model</a:t>
            </a:r>
            <a:endParaRPr lang="en-IN"/>
          </a:p>
          <a:p>
            <a:pPr marL="0" indent="0">
              <a:buNone/>
            </a:pPr>
            <a:r>
              <a:rPr lang="en-IN"/>
              <a:t>The platform engages employees at all levels, creating a </a:t>
            </a:r>
            <a:r>
              <a:rPr lang="en-IN" b="1"/>
              <a:t>broad innovation funnel</a:t>
            </a:r>
            <a:r>
              <a:rPr lang="en-IN"/>
              <a:t> while maintaining strategic oversight.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0152" y="274638"/>
            <a:ext cx="9144000" cy="1143000"/>
          </a:xfrm>
        </p:spPr>
        <p:txBody>
          <a:bodyPr>
            <a:normAutofit/>
          </a:bodyPr>
          <a:lstStyle/>
          <a:p>
            <a:r>
              <a:rPr lang="en-IN" sz="2800" b="1"/>
              <a:t>Who </a:t>
            </a:r>
            <a:r>
              <a:rPr lang="en-IN" sz="2800" b="1" err="1"/>
              <a:t>Magure</a:t>
            </a:r>
            <a:r>
              <a:rPr lang="en-IN" sz="2800" b="1"/>
              <a:t> Labs is Built For</a:t>
            </a:r>
            <a:endParaRPr lang="en-IN"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369" y="1236209"/>
            <a:ext cx="8506496" cy="5165724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br>
              <a:rPr lang="en-IN"/>
            </a:br>
            <a:endParaRPr lang="en-IN"/>
          </a:p>
          <a:p>
            <a:pPr>
              <a:buNone/>
            </a:pPr>
            <a:r>
              <a:rPr lang="en-IN" sz="6000" b="1"/>
              <a:t>1. Innovation-Driven Enterprises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Organizations seeking to </a:t>
            </a:r>
            <a:r>
              <a:rPr lang="en-IN" sz="6000" b="1"/>
              <a:t>foster a culture of innovation</a:t>
            </a:r>
            <a:r>
              <a:rPr lang="en-IN" sz="6000"/>
              <a:t> across all departments.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Companies that want to </a:t>
            </a:r>
            <a:r>
              <a:rPr lang="en-IN" sz="6000" b="1"/>
              <a:t>democratize ideation</a:t>
            </a:r>
            <a:r>
              <a:rPr lang="en-IN" sz="6000"/>
              <a:t> and unlock internal AI use cases from non-technical staff.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Firms in transformation stages, looking to explore or expand </a:t>
            </a:r>
            <a:r>
              <a:rPr lang="en-IN" sz="6000" b="1"/>
              <a:t>AI-driven initiatives</a:t>
            </a:r>
            <a:r>
              <a:rPr lang="en-IN" sz="6000"/>
              <a:t>.</a:t>
            </a:r>
          </a:p>
          <a:p>
            <a:pPr>
              <a:buNone/>
            </a:pPr>
            <a:br>
              <a:rPr lang="en-IN" sz="6000"/>
            </a:br>
            <a:endParaRPr lang="en-IN" sz="6000"/>
          </a:p>
          <a:p>
            <a:pPr>
              <a:buNone/>
            </a:pPr>
            <a:r>
              <a:rPr lang="en-IN" sz="6000" b="1"/>
              <a:t>2. Enterprises Without In-House AI Expertise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Mid-to-large enterprises lacking dedicated AI teams but eager to explore AI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Businesses that need </a:t>
            </a:r>
            <a:r>
              <a:rPr lang="en-IN" sz="6000" b="1"/>
              <a:t>guidance on ideation, validation, and execution</a:t>
            </a:r>
            <a:r>
              <a:rPr lang="en-IN" sz="6000"/>
              <a:t> of AI-powered applications.</a:t>
            </a:r>
          </a:p>
          <a:p>
            <a:pPr>
              <a:buNone/>
            </a:pPr>
            <a:br>
              <a:rPr lang="en-IN" sz="6000"/>
            </a:br>
            <a:endParaRPr lang="en-IN" sz="6000"/>
          </a:p>
          <a:p>
            <a:pPr>
              <a:buNone/>
            </a:pPr>
            <a:r>
              <a:rPr lang="en-IN" sz="6000" b="1"/>
              <a:t>3. Government Agencies and Smart City Initiatives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Public sector organizations aiming to advance </a:t>
            </a:r>
            <a:r>
              <a:rPr lang="en-IN" sz="6000" b="1"/>
              <a:t>digital transformation and smart governance</a:t>
            </a:r>
            <a:r>
              <a:rPr lang="en-IN" sz="60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Departments aligned with initiatives like </a:t>
            </a:r>
            <a:r>
              <a:rPr lang="en-IN" sz="6000" b="1"/>
              <a:t>Digital Dubai</a:t>
            </a:r>
            <a:r>
              <a:rPr lang="en-IN" sz="6000"/>
              <a:t> or </a:t>
            </a:r>
            <a:r>
              <a:rPr lang="en-IN" sz="6000" b="1"/>
              <a:t>Smart Dubai</a:t>
            </a:r>
            <a:r>
              <a:rPr lang="en-IN" sz="60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Governments looking for </a:t>
            </a:r>
            <a:r>
              <a:rPr lang="en-IN" sz="6000" b="1"/>
              <a:t>cost-effective, scalable innovation platforms</a:t>
            </a:r>
            <a:r>
              <a:rPr lang="en-IN" sz="6000"/>
              <a:t>.</a:t>
            </a:r>
          </a:p>
          <a:p>
            <a:pPr>
              <a:buNone/>
            </a:pPr>
            <a:br>
              <a:rPr lang="en-IN" sz="6000"/>
            </a:br>
            <a:endParaRPr lang="en-IN" sz="6000"/>
          </a:p>
          <a:p>
            <a:pPr>
              <a:buNone/>
            </a:pPr>
            <a:r>
              <a:rPr lang="en-IN" sz="6000" b="1"/>
              <a:t>4. Consulting or Innovation Strategy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Strategy leaders and internal consultants responsible for </a:t>
            </a:r>
            <a:r>
              <a:rPr lang="en-IN" sz="6000" b="1"/>
              <a:t>scouting and scaling AI opportunities</a:t>
            </a:r>
            <a:r>
              <a:rPr lang="en-IN" sz="60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000"/>
              <a:t>Teams that want structured, AI-augmented tools for idea management and validation.</a:t>
            </a:r>
          </a:p>
          <a:p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582A-7E3D-0D08-40F3-673AF87B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90DC-B978-6446-E359-602BA01D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35228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/>
              <a:t>A Few </a:t>
            </a:r>
            <a:r>
              <a:rPr sz="3600"/>
              <a:t>Industry-Specific</a:t>
            </a:r>
            <a:r>
              <a:rPr lang="en-US" sz="3600"/>
              <a:t> Use-cases</a:t>
            </a:r>
            <a:endParaRPr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3DA6A-B595-55EC-E5F1-93EEA6892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7772"/>
            <a:ext cx="3290552" cy="4525963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endParaRPr lang="en-IN" sz="5600"/>
          </a:p>
          <a:p>
            <a:pPr>
              <a:buNone/>
            </a:pPr>
            <a:r>
              <a:rPr lang="en-IN" sz="5600" b="1"/>
              <a:t>🏥  Healthcare</a:t>
            </a:r>
          </a:p>
          <a:p>
            <a:pPr marL="0" indent="0">
              <a:buNone/>
            </a:pPr>
            <a:r>
              <a:rPr lang="en-IN" sz="5600"/>
              <a:t>Hospitals and health systems looking to enhance: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600" b="1"/>
              <a:t>Patient outcomes</a:t>
            </a:r>
            <a:endParaRPr lang="en-IN" sz="5600"/>
          </a:p>
          <a:p>
            <a:pPr>
              <a:buFont typeface="Arial" panose="020B0604020202020204" pitchFamily="34" charset="0"/>
              <a:buChar char="•"/>
            </a:pPr>
            <a:r>
              <a:rPr lang="en-IN" sz="5600" b="1"/>
              <a:t>Operational efficiency</a:t>
            </a:r>
            <a:endParaRPr lang="en-IN" sz="5600"/>
          </a:p>
          <a:p>
            <a:pPr>
              <a:buFont typeface="Arial" panose="020B0604020202020204" pitchFamily="34" charset="0"/>
              <a:buChar char="•"/>
            </a:pPr>
            <a:r>
              <a:rPr lang="en-IN" sz="5600" b="1"/>
              <a:t>AI-assisted diagnostics</a:t>
            </a:r>
            <a:endParaRPr lang="en-IN" sz="5600"/>
          </a:p>
          <a:p>
            <a:pPr>
              <a:buNone/>
            </a:pPr>
            <a:br>
              <a:rPr lang="en-IN" sz="5600"/>
            </a:br>
            <a:endParaRPr lang="en-IN" sz="5600"/>
          </a:p>
          <a:p>
            <a:pPr>
              <a:buNone/>
            </a:pPr>
            <a:r>
              <a:rPr lang="en-IN" sz="5600" b="1"/>
              <a:t>🛢️ Oil &amp; Gas</a:t>
            </a:r>
          </a:p>
          <a:p>
            <a:pPr marL="0" indent="0">
              <a:buNone/>
            </a:pPr>
            <a:r>
              <a:rPr lang="en-IN" sz="5600"/>
              <a:t>Industrial enterprises exploring AI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600" b="1"/>
              <a:t>Predictive maintenance</a:t>
            </a:r>
            <a:endParaRPr lang="en-IN" sz="5600"/>
          </a:p>
          <a:p>
            <a:pPr>
              <a:buFont typeface="Arial" panose="020B0604020202020204" pitchFamily="34" charset="0"/>
              <a:buChar char="•"/>
            </a:pPr>
            <a:r>
              <a:rPr lang="en-IN" sz="5600" b="1"/>
              <a:t>Process optimization</a:t>
            </a:r>
            <a:endParaRPr lang="en-IN" sz="5600"/>
          </a:p>
          <a:p>
            <a:pPr>
              <a:buFont typeface="Arial" panose="020B0604020202020204" pitchFamily="34" charset="0"/>
              <a:buChar char="•"/>
            </a:pPr>
            <a:r>
              <a:rPr lang="en-IN" sz="5600" b="1"/>
              <a:t>Supply chain efficiency</a:t>
            </a:r>
            <a:endParaRPr lang="en-IN" sz="5600"/>
          </a:p>
          <a:p>
            <a:pPr>
              <a:buNone/>
            </a:pPr>
            <a:br>
              <a:rPr lang="en-IN" sz="5600"/>
            </a:br>
            <a:endParaRPr lang="en-IN" sz="5600"/>
          </a:p>
          <a:p>
            <a:endParaRPr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DED54C-67A3-C96B-6D7B-BBF88A44AD55}"/>
              </a:ext>
            </a:extLst>
          </p:cNvPr>
          <p:cNvSpPr txBox="1">
            <a:spLocks/>
          </p:cNvSpPr>
          <p:nvPr/>
        </p:nvSpPr>
        <p:spPr>
          <a:xfrm>
            <a:off x="4975538" y="608526"/>
            <a:ext cx="3290552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None/>
            </a:pPr>
            <a:br>
              <a:rPr lang="en-IN" sz="1800"/>
            </a:br>
            <a:endParaRPr lang="en-IN" sz="1800"/>
          </a:p>
          <a:p>
            <a:pPr>
              <a:buFont typeface="Arial"/>
              <a:buNone/>
            </a:pPr>
            <a:r>
              <a:rPr lang="en-IN" sz="1800" b="1"/>
              <a:t>🛒 Retail &amp; Logistics</a:t>
            </a:r>
          </a:p>
          <a:p>
            <a:pPr marL="0" indent="0">
              <a:buFont typeface="Arial"/>
              <a:buNone/>
            </a:pPr>
            <a:r>
              <a:rPr lang="en-IN" sz="1800"/>
              <a:t>Companies aiming to implement: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Predictive analytics for demand planning</a:t>
            </a:r>
            <a:endParaRPr lang="en-IN" sz="180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Smart inventory management</a:t>
            </a:r>
            <a:endParaRPr lang="en-IN" sz="180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Personalized customer experiences</a:t>
            </a:r>
            <a:endParaRPr lang="en-IN" sz="1800"/>
          </a:p>
          <a:p>
            <a:pPr>
              <a:buFont typeface="Arial"/>
              <a:buNone/>
            </a:pPr>
            <a:br>
              <a:rPr lang="en-IN" sz="1800"/>
            </a:br>
            <a:endParaRPr lang="en-IN" sz="1800"/>
          </a:p>
          <a:p>
            <a:pPr>
              <a:buFont typeface="Arial"/>
              <a:buNone/>
            </a:pPr>
            <a:r>
              <a:rPr lang="en-IN" sz="1800" b="1"/>
              <a:t>💰 Finance</a:t>
            </a:r>
          </a:p>
          <a:p>
            <a:pPr marL="0" indent="0">
              <a:buFont typeface="Arial"/>
              <a:buNone/>
            </a:pPr>
            <a:r>
              <a:rPr lang="en-IN" sz="1800"/>
              <a:t>Financial institutions needing support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Risk </a:t>
            </a:r>
            <a:r>
              <a:rPr lang="en-IN" sz="1800" b="1" err="1"/>
              <a:t>modeling</a:t>
            </a:r>
            <a:endParaRPr lang="en-IN" sz="180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Fraud detection</a:t>
            </a:r>
            <a:endParaRPr lang="en-IN" sz="180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Customer insight generation</a:t>
            </a:r>
            <a:endParaRPr lang="en-IN" sz="1800"/>
          </a:p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985814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Plan: Phased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0000" lnSpcReduction="20000"/>
          </a:bodyPr>
          <a:lstStyle/>
          <a:p>
            <a:pPr>
              <a:buNone/>
            </a:pPr>
            <a:r>
              <a:rPr lang="en-IN" b="1"/>
              <a:t>Phase 1: Ideation Platform Launch</a:t>
            </a:r>
            <a:endParaRPr lang="en-IN"/>
          </a:p>
          <a:p>
            <a:pPr>
              <a:buNone/>
            </a:pPr>
            <a:r>
              <a:rPr lang="en-IN"/>
              <a:t>Deploy the </a:t>
            </a:r>
            <a:r>
              <a:rPr lang="en-IN" err="1"/>
              <a:t>Magure</a:t>
            </a:r>
            <a:r>
              <a:rPr lang="en-IN"/>
              <a:t> Labs platform across the organization, enabling employees to generate and submit AI-driven ideas tailored to their industry. This phase focuses on engagement and bottom-up innovation.</a:t>
            </a:r>
          </a:p>
          <a:p>
            <a:pPr>
              <a:buNone/>
            </a:pPr>
            <a:r>
              <a:rPr lang="en-IN">
                <a:ea typeface="Calibri"/>
                <a:cs typeface="Calibri"/>
              </a:rPr>
              <a:t>Timeline: 4 to 6 weeks </a:t>
            </a:r>
          </a:p>
          <a:p>
            <a:pPr>
              <a:buNone/>
            </a:pPr>
            <a:br>
              <a:rPr lang="en-IN"/>
            </a:br>
            <a:endParaRPr lang="en-IN"/>
          </a:p>
          <a:p>
            <a:pPr>
              <a:buNone/>
            </a:pPr>
            <a:r>
              <a:rPr lang="en-IN" b="1"/>
              <a:t>Phase 2: AI Consultancy &amp; Feasibility Assessment</a:t>
            </a:r>
            <a:endParaRPr lang="en-IN"/>
          </a:p>
          <a:p>
            <a:pPr>
              <a:buNone/>
            </a:pPr>
            <a:r>
              <a:rPr lang="en-IN" err="1"/>
              <a:t>Magure</a:t>
            </a:r>
            <a:r>
              <a:rPr lang="en-IN"/>
              <a:t> AI consultants will evaluate submitted ideas for technical feasibility, strategic alignment, and market potential. High-impact ideas will be refined and prioritized for development.</a:t>
            </a:r>
          </a:p>
          <a:p>
            <a:pPr>
              <a:buNone/>
            </a:pPr>
            <a:r>
              <a:rPr lang="en-IN"/>
              <a:t>Timeline: 4 to 6 weeks</a:t>
            </a:r>
            <a:br>
              <a:rPr lang="en-IN"/>
            </a:br>
            <a:endParaRPr lang="en-IN"/>
          </a:p>
          <a:p>
            <a:pPr>
              <a:buNone/>
            </a:pPr>
            <a:r>
              <a:rPr lang="en-IN" b="1"/>
              <a:t>Phase 3: Solution Development &amp; Build</a:t>
            </a:r>
            <a:endParaRPr lang="en-IN"/>
          </a:p>
          <a:p>
            <a:pPr>
              <a:buNone/>
            </a:pPr>
            <a:r>
              <a:rPr lang="en-IN" err="1"/>
              <a:t>Magure</a:t>
            </a:r>
            <a:r>
              <a:rPr lang="en-IN"/>
              <a:t> Tech’s engineering team will transform validated ideas into tangible solutions—ranging from pure AI applications to traditional software augmented with AI components—customized to address specific business challenges.</a:t>
            </a:r>
          </a:p>
          <a:p>
            <a:pPr>
              <a:buNone/>
            </a:pPr>
            <a:r>
              <a:rPr lang="en-IN"/>
              <a:t>Timeline: 6 to 8 weeks (Depends on  development </a:t>
            </a:r>
            <a:r>
              <a:rPr lang="en-IN" err="1"/>
              <a:t>compleexity</a:t>
            </a:r>
            <a:r>
              <a:rPr lang="en-IN"/>
              <a:t>)</a:t>
            </a:r>
            <a:br>
              <a:rPr lang="en-IN"/>
            </a:br>
            <a:endParaRPr lang="en-IN"/>
          </a:p>
          <a:p>
            <a:pPr>
              <a:buNone/>
            </a:pPr>
            <a:r>
              <a:rPr lang="en-IN" b="1"/>
              <a:t>Phase 4: Continuous Optimization</a:t>
            </a:r>
            <a:endParaRPr lang="en-IN"/>
          </a:p>
          <a:p>
            <a:pPr marL="0" indent="0">
              <a:buNone/>
            </a:pPr>
            <a:r>
              <a:rPr lang="en-IN"/>
              <a:t>After deployment, solutions will be continuously improved using real-time performance data and feedback. This ensures long-term adaptability and that AI remains aligned with evolving operational needs.</a:t>
            </a:r>
          </a:p>
          <a:p>
            <a:pPr marL="0" indent="0">
              <a:buNone/>
            </a:pPr>
            <a:r>
              <a:rPr lang="en-IN">
                <a:ea typeface="Calibri"/>
                <a:cs typeface="Calibri"/>
              </a:rPr>
              <a:t>Timeline: Ongoing 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/>
              <a:t>Client Enablement through Workshops &amp; Training</a:t>
            </a:r>
            <a:endParaRPr lang="en-IN"/>
          </a:p>
          <a:p>
            <a:pPr>
              <a:buNone/>
            </a:pPr>
            <a:r>
              <a:rPr lang="en-IN"/>
              <a:t>Conduct targeted workshops and training sessions to onboard clients, demonstrate platform capabilities, and empower teams to engage in AI-driven ideation confidently and effectively.</a:t>
            </a:r>
            <a:br>
              <a:rPr lang="en-IN"/>
            </a:br>
            <a:endParaRPr lang="en-IN"/>
          </a:p>
          <a:p>
            <a:r>
              <a:rPr lang="en-IN" b="1"/>
              <a:t>Showcasing Success Stories for Credibility</a:t>
            </a:r>
            <a:endParaRPr lang="en-IN"/>
          </a:p>
          <a:p>
            <a:pPr>
              <a:buNone/>
            </a:pPr>
            <a:r>
              <a:rPr lang="en-IN"/>
              <a:t>Leverage real-world use cases and success stories from enterprises and</a:t>
            </a:r>
          </a:p>
          <a:p>
            <a:pPr>
              <a:buNone/>
            </a:pPr>
            <a:r>
              <a:rPr lang="en-IN"/>
              <a:t>government partners to highlight </a:t>
            </a:r>
            <a:r>
              <a:rPr lang="en-IN" err="1"/>
              <a:t>Magure</a:t>
            </a:r>
            <a:r>
              <a:rPr lang="en-IN"/>
              <a:t> Labs’ impact. These narratives will</a:t>
            </a:r>
          </a:p>
          <a:p>
            <a:pPr>
              <a:buNone/>
            </a:pPr>
            <a:r>
              <a:rPr lang="en-IN"/>
              <a:t>validate the platform’s value and inspire confidence in its outcomes.</a:t>
            </a:r>
            <a:br>
              <a:rPr lang="en-IN"/>
            </a:br>
            <a:endParaRPr lang="en-IN"/>
          </a:p>
          <a:p>
            <a:r>
              <a:rPr lang="en-IN" b="1"/>
              <a:t>Incentivized Engagement Programs</a:t>
            </a:r>
            <a:endParaRPr lang="en-IN"/>
          </a:p>
          <a:p>
            <a:pPr marL="0" indent="0">
              <a:buNone/>
            </a:pPr>
            <a:r>
              <a:rPr lang="en-IN"/>
              <a:t>Foster a culture of innovation by introducing recognition and rewards programs for best ideas or most innovative use cases . This approach boosts employee engagement and drives consistent usage of the platform.</a:t>
            </a:r>
          </a:p>
          <a:p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Strategic Partnerships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b="1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Government Collaboration: 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Align </a:t>
            </a:r>
            <a:r>
              <a:rPr lang="en-IN" sz="1800" kern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Magure</a:t>
            </a:r>
            <a:r>
              <a:rPr lang="en-IN" sz="18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Labs with UAE government initiatives, offering it as a tool for smart government solutions and digital transformation. Collaborate with key government departments such as Digital Dubai and Smart Dubai.</a:t>
            </a:r>
            <a:endParaRPr lang="en-IN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b="1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Enterprise Partnerships: 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Partner with large enterprises or established organizations to pilot the solution and prove the platform’s effectiveness before scaling.</a:t>
            </a:r>
            <a:endParaRPr lang="en-IN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Introducing Magure Labs</vt:lpstr>
      <vt:lpstr>The Problem</vt:lpstr>
      <vt:lpstr>The Opportunity</vt:lpstr>
      <vt:lpstr>The Magure Labs Vision</vt:lpstr>
      <vt:lpstr>Potential Key Platform Features</vt:lpstr>
      <vt:lpstr>Personalized AI Consulting and Development</vt:lpstr>
      <vt:lpstr>Key Benefits for Enterprises and Governments</vt:lpstr>
      <vt:lpstr>Who Magure Labs is Built For</vt:lpstr>
      <vt:lpstr>A Few Industry-Specific Use-cases</vt:lpstr>
      <vt:lpstr>Execution Plan: Phased Rollout</vt:lpstr>
      <vt:lpstr>Go-to-Market Strategy</vt:lpstr>
      <vt:lpstr>Potential Strategic Partnerships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</cp:revision>
  <dcterms:created xsi:type="dcterms:W3CDTF">2013-01-27T09:14:16Z</dcterms:created>
  <dcterms:modified xsi:type="dcterms:W3CDTF">2025-04-22T23:35:55Z</dcterms:modified>
  <cp:category/>
</cp:coreProperties>
</file>